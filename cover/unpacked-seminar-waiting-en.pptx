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3"/>
  </p:normalViewPr>
  <p:slideViewPr>
    <p:cSldViewPr snapToGrid="0" showGuides="1">
      <p:cViewPr varScale="1">
        <p:scale>
          <a:sx n="82" d="100"/>
          <a:sy n="82" d="100"/>
        </p:scale>
        <p:origin x="200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9E07D8E-D225-402E-922F-E71C2CACC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824B3EB-094C-4B1E-AE5E-5D00257ED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1688435A-5EA7-44DD-AA58-D35ECA32B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CF7E02F-3788-4CE7-9625-7734B59C9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755656A-E85E-4154-B8D9-9CC929F0E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3642F30-8998-4376-9C80-75BE8566F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11A730F-B2A8-4848-AEFB-58551FBC9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D490C627-D039-4206-ABB6-7656C3A2D0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9727D0-31FB-4C80-B46B-6B71360E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E26F06B-84B9-40E5-8685-32AB71F5C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ai4s.hk.cn" TargetMode="Externa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E104D5A-014E-48C1-AAC7-EA7A74785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533400"/>
            <a:ext cx="400050" cy="400050"/>
          </a:xfrm>
          <a:prstGeom prst="rect">
            <a:avLst/>
          </a:prstGeom>
        </p:spPr>
      </p:pic>
      <p:sp>
        <p:nvSpPr>
          <p:cNvPr id="2" name="Series description">
            <a:extLst>
              <a:ext uri="{FF2B5EF4-FFF2-40B4-BE49-F238E27FC236}">
                <a16:creationId xmlns:a16="http://schemas.microsoft.com/office/drawing/2014/main" id="{0A993D35-7FC9-40AB-9268-E5BE5BE5DD95}"/>
              </a:ext>
            </a:extLst>
          </p:cNvPr>
          <p:cNvSpPr>
            <a:spLocks noGrp="1"/>
          </p:cNvSpPr>
          <p:nvPr/>
        </p:nvSpPr>
        <p:spPr>
          <a:xfrm>
            <a:off x="1257300" y="552450"/>
            <a:ext cx="9906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93B3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93B3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3B32"/>
                </a:solidFill>
                <a:latin typeface="Arial"/>
                <a:ea typeface="Arial"/>
                <a:cs typeface="Arial"/>
              </a:rPr>
              <a:t>An AI for Science forum for young researchers</a:t>
            </a:r>
          </a:p>
        </p:txBody>
      </p:sp>
      <p:sp>
        <p:nvSpPr>
          <p:cNvPr id="3" name="Series name first line">
            <a:extLst>
              <a:ext uri="{FF2B5EF4-FFF2-40B4-BE49-F238E27FC236}">
                <a16:creationId xmlns:a16="http://schemas.microsoft.com/office/drawing/2014/main" id="{5DB37D83-80A5-43AA-9C40-2D3177E4BC83}"/>
              </a:ext>
            </a:extLst>
          </p:cNvPr>
          <p:cNvSpPr>
            <a:spLocks noGrp="1"/>
          </p:cNvSpPr>
          <p:nvPr/>
        </p:nvSpPr>
        <p:spPr>
          <a:xfrm>
            <a:off x="647700" y="1504950"/>
            <a:ext cx="7810500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800" b="1">
                <a:solidFill>
                  <a:srgbClr val="193B3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800" b="1">
                <a:solidFill>
                  <a:srgbClr val="193B32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193B32"/>
                </a:solidFill>
                <a:latin typeface="Arial"/>
                <a:ea typeface="Arial"/>
                <a:cs typeface="Arial"/>
              </a:rPr>
              <a:t>UNPACKED</a:t>
            </a:r>
          </a:p>
        </p:txBody>
      </p:sp>
      <p:sp>
        <p:nvSpPr>
          <p:cNvPr id="4" name="Series name second line">
            <a:extLst>
              <a:ext uri="{FF2B5EF4-FFF2-40B4-BE49-F238E27FC236}">
                <a16:creationId xmlns:a16="http://schemas.microsoft.com/office/drawing/2014/main" id="{BA86A99A-CC03-4488-855F-B7D911416333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7810500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800" b="1">
                <a:solidFill>
                  <a:srgbClr val="193B3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800" b="1">
                <a:solidFill>
                  <a:srgbClr val="193B32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193B32"/>
                </a:solidFill>
                <a:latin typeface="Arial"/>
                <a:ea typeface="Arial"/>
                <a:cs typeface="Arial"/>
              </a:rPr>
              <a:t>SEMINAR</a:t>
            </a:r>
          </a:p>
        </p:txBody>
      </p:sp>
      <p:sp>
        <p:nvSpPr>
          <p:cNvPr id="5" name="Series tagline">
            <a:extLst>
              <a:ext uri="{FF2B5EF4-FFF2-40B4-BE49-F238E27FC236}">
                <a16:creationId xmlns:a16="http://schemas.microsoft.com/office/drawing/2014/main" id="{1D705EF3-64F9-4F0E-B8D1-957C4730333B}"/>
              </a:ext>
            </a:extLst>
          </p:cNvPr>
          <p:cNvSpPr>
            <a:spLocks noGrp="1"/>
          </p:cNvSpPr>
          <p:nvPr/>
        </p:nvSpPr>
        <p:spPr>
          <a:xfrm>
            <a:off x="704850" y="3590925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0">
                <a:solidFill>
                  <a:srgbClr val="52605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52605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058"/>
                </a:solidFill>
                <a:latin typeface="Arial"/>
                <a:ea typeface="Arial"/>
                <a:cs typeface="Arial"/>
              </a:rPr>
              <a:t>Real tech. Real experience.</a:t>
            </a:r>
          </a:p>
        </p:txBody>
      </p:sp>
      <p:sp>
        <p:nvSpPr>
          <p:cNvPr id="6" name="Waiting message">
            <a:extLst>
              <a:ext uri="{FF2B5EF4-FFF2-40B4-BE49-F238E27FC236}">
                <a16:creationId xmlns:a16="http://schemas.microsoft.com/office/drawing/2014/main" id="{B59D2271-CC1F-47E9-8BB8-68C3EF813D9A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7715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193B3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00" b="1">
                <a:solidFill>
                  <a:srgbClr val="193B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3B32"/>
                </a:solidFill>
                <a:latin typeface="Arial"/>
                <a:ea typeface="Arial"/>
                <a:cs typeface="Arial"/>
              </a:rPr>
              <a:t>We’ll begin shortly</a:t>
            </a:r>
          </a:p>
        </p:txBody>
      </p:sp>
      <p:sp>
        <p:nvSpPr>
          <p:cNvPr id="7" name="Meeting etiquette">
            <a:extLst>
              <a:ext uri="{FF2B5EF4-FFF2-40B4-BE49-F238E27FC236}">
                <a16:creationId xmlns:a16="http://schemas.microsoft.com/office/drawing/2014/main" id="{719796F3-166A-4E01-985A-B4C5814ED011}"/>
              </a:ext>
            </a:extLst>
          </p:cNvPr>
          <p:cNvSpPr>
            <a:spLocks noGrp="1"/>
          </p:cNvSpPr>
          <p:nvPr/>
        </p:nvSpPr>
        <p:spPr>
          <a:xfrm>
            <a:off x="704850" y="5248275"/>
            <a:ext cx="7524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2605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5260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058"/>
                </a:solidFill>
                <a:latin typeface="Arial"/>
                <a:ea typeface="Arial"/>
                <a:cs typeface="Arial"/>
              </a:rPr>
              <a:t>Please keep your microphone muted.</a:t>
            </a:r>
          </a:p>
        </p:txBody>
      </p:sp>
      <p:sp>
        <p:nvSpPr>
          <p:cNvPr id="8" name="QR heading">
            <a:extLst>
              <a:ext uri="{FF2B5EF4-FFF2-40B4-BE49-F238E27FC236}">
                <a16:creationId xmlns:a16="http://schemas.microsoft.com/office/drawing/2014/main" id="{28C4AEA6-B9AF-45B9-920D-4AACF723D9E8}"/>
              </a:ext>
            </a:extLst>
          </p:cNvPr>
          <p:cNvSpPr>
            <a:spLocks noGrp="1"/>
          </p:cNvSpPr>
          <p:nvPr/>
        </p:nvSpPr>
        <p:spPr>
          <a:xfrm>
            <a:off x="8858250" y="1857375"/>
            <a:ext cx="26479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1">
                <a:solidFill>
                  <a:srgbClr val="193B3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193B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3B32"/>
                </a:solidFill>
                <a:latin typeface="Arial"/>
                <a:ea typeface="Arial"/>
                <a:cs typeface="Arial"/>
              </a:rPr>
              <a:t>Stay connected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E01672-B490-4CFA-8F54-A24026320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086850" y="2409825"/>
            <a:ext cx="2190750" cy="2190750"/>
          </a:xfrm>
          <a:prstGeom prst="rect">
            <a:avLst/>
          </a:prstGeom>
        </p:spPr>
      </p:pic>
      <p:sp>
        <p:nvSpPr>
          <p:cNvPr id="10" name="WeChat account">
            <a:extLst>
              <a:ext uri="{FF2B5EF4-FFF2-40B4-BE49-F238E27FC236}">
                <a16:creationId xmlns:a16="http://schemas.microsoft.com/office/drawing/2014/main" id="{5FFA14F9-0BFB-49D6-B8EA-A49A0CE43F9F}"/>
              </a:ext>
            </a:extLst>
          </p:cNvPr>
          <p:cNvSpPr>
            <a:spLocks noGrp="1"/>
          </p:cNvSpPr>
          <p:nvPr/>
        </p:nvSpPr>
        <p:spPr>
          <a:xfrm>
            <a:off x="8858250" y="4752975"/>
            <a:ext cx="26479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193B3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25" b="1">
                <a:solidFill>
                  <a:srgbClr val="193B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3B32"/>
                </a:solidFill>
                <a:latin typeface="Arial"/>
                <a:ea typeface="Arial"/>
                <a:cs typeface="Arial"/>
              </a:rPr>
              <a:t>SciMindBin</a:t>
            </a:r>
          </a:p>
        </p:txBody>
      </p:sp>
      <p:sp>
        <p:nvSpPr>
          <p:cNvPr id="11" name="QR instruction">
            <a:extLst>
              <a:ext uri="{FF2B5EF4-FFF2-40B4-BE49-F238E27FC236}">
                <a16:creationId xmlns:a16="http://schemas.microsoft.com/office/drawing/2014/main" id="{9C10D141-9557-4B80-B0A8-55BA40D01CE1}"/>
              </a:ext>
            </a:extLst>
          </p:cNvPr>
          <p:cNvSpPr>
            <a:spLocks noGrp="1"/>
          </p:cNvSpPr>
          <p:nvPr/>
        </p:nvSpPr>
        <p:spPr>
          <a:xfrm>
            <a:off x="8858250" y="5133975"/>
            <a:ext cx="2647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526058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5260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58"/>
                </a:solidFill>
                <a:latin typeface="Arial"/>
                <a:ea typeface="Arial"/>
                <a:cs typeface="Arial"/>
              </a:rPr>
              <a:t>Scan with WeChat</a:t>
            </a:r>
          </a:p>
        </p:txBody>
      </p:sp>
      <p:sp>
        <p:nvSpPr>
          <p:cNvPr id="12" name="Recording policy">
            <a:extLst>
              <a:ext uri="{FF2B5EF4-FFF2-40B4-BE49-F238E27FC236}">
                <a16:creationId xmlns:a16="http://schemas.microsoft.com/office/drawing/2014/main" id="{FAAF6E53-76CA-4B1F-910E-A83FDC5D9C7A}"/>
              </a:ext>
            </a:extLst>
          </p:cNvPr>
          <p:cNvSpPr>
            <a:spLocks noGrp="1"/>
          </p:cNvSpPr>
          <p:nvPr/>
        </p:nvSpPr>
        <p:spPr>
          <a:xfrm>
            <a:off x="704850" y="6048375"/>
            <a:ext cx="69532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193B3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93B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3B32"/>
                </a:solidFill>
                <a:latin typeface="Arial"/>
                <a:ea typeface="Arial"/>
                <a:cs typeface="Arial"/>
              </a:rPr>
              <a:t>No recordings. No replays.</a:t>
            </a:r>
          </a:p>
        </p:txBody>
      </p:sp>
      <p:sp>
        <p:nvSpPr>
          <p:cNvPr id="13" name="Website">
            <a:extLst>
              <a:ext uri="{FF2B5EF4-FFF2-40B4-BE49-F238E27FC236}">
                <a16:creationId xmlns:a16="http://schemas.microsoft.com/office/drawing/2014/main" id="{8B2213C1-9EA6-45CE-BE2E-B8A74F6D4EB0}"/>
              </a:ext>
            </a:extLst>
          </p:cNvPr>
          <p:cNvSpPr>
            <a:spLocks noGrp="1"/>
          </p:cNvSpPr>
          <p:nvPr/>
        </p:nvSpPr>
        <p:spPr>
          <a:xfrm>
            <a:off x="8858250" y="6000750"/>
            <a:ext cx="26479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1">
                <a:solidFill>
                  <a:srgbClr val="193B3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250" b="1">
                <a:solidFill>
                  <a:srgbClr val="193B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3B32"/>
                </a:solidFill>
                <a:latin typeface="Arial"/>
                <a:ea typeface="Arial"/>
                <a:cs typeface="Arial"/>
                <a:hlinkClick r:id="rId5"/>
              </a:rPr>
              <a:t>ai4s.hk.cn</a:t>
            </a:r>
          </a:p>
        </p:txBody>
      </p:sp>
    </p:spTree>
    <p:extLst>
      <p:ext uri="{BB962C8B-B14F-4D97-AF65-F5344CB8AC3E}">
        <p14:creationId xmlns:p14="http://schemas.microsoft.com/office/powerpoint/2010/main" val="8966751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Macintosh PowerPoint</Application>
  <DocSecurity>0</DocSecurity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曹斌 Bin CAO</cp:lastModifiedBy>
  <cp:revision>1</cp:revision>
  <dcterms:created xsi:type="dcterms:W3CDTF">2026-10-18T02:32:14Z</dcterms:created>
  <dcterms:modified xsi:type="dcterms:W3CDTF">2026-10-18T02:35:39Z</dcterms:modified>
</cp:coreProperties>
</file>