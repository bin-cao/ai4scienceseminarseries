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7aba8506f47da" /><Relationship Type="http://schemas.openxmlformats.org/officeDocument/2006/relationships/extended-properties" Target="/docProps/app.xml" Id="R5707ccf27ca449c1" /><Relationship Type="http://schemas.openxmlformats.org/officeDocument/2006/relationships/officeDocument" Target="/ppt/presentation.xml" Id="Rfd73ff71bfd8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9633ff51f41a7"/>
  </p:sldMasterIdLst>
  <p:notesMasterIdLst>
    <p:notesMasterId xmlns:r="http://schemas.openxmlformats.org/officeDocument/2006/relationships" r:id="R6a38d3bc886344c7"/>
  </p:notesMasterIdLst>
  <p:sldIdLst>
    <p:sldId xmlns:r="http://schemas.openxmlformats.org/officeDocument/2006/relationships" id="256" r:id="Ra57a867091d34b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34670459d406d" /><Relationship Type="http://schemas.openxmlformats.org/officeDocument/2006/relationships/slideMaster" Target="/ppt/slideMasters/slideMaster1.xml" Id="Rb369633ff51f41a7" /><Relationship Type="http://schemas.openxmlformats.org/officeDocument/2006/relationships/notesMaster" Target="/ppt/notesMasters/notesMaster1.xml" Id="R6a38d3bc886344c7" /><Relationship Type="http://schemas.openxmlformats.org/officeDocument/2006/relationships/presProps" Target="/ppt/presProps.xml" Id="Rb5569d3e47a94855" /><Relationship Type="http://schemas.openxmlformats.org/officeDocument/2006/relationships/tableStyles" Target="/ppt/tableStyles.xml" Id="Rf7b2a9edb62d4898" /><Relationship Type="http://schemas.openxmlformats.org/officeDocument/2006/relationships/slide" Target="/ppt/slides/slide1.xml" Id="Ra57a867091d34b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5d32ee6b004e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f34009aca4817" /><Relationship Type="http://schemas.openxmlformats.org/officeDocument/2006/relationships/notesMaster" Target="/ppt/notesMasters/notesMaster1.xml" Id="Rc6903aed7f29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 and site/dist/content.js, session 001. Confirmed session: 24 October 2026, 15:00 Beijing UTC+8, Chinese. Speaker: Yizheng Wang, PhD student at Tsinghua University. Host: Bin Cao, Huawei Noah’s Ark Lab, London. QR code and emblem are embedded unchanged from cover/unpacked-seminar-waiting-en.pptx. The mesh is conceptual artwork generated with the built-in imagegen tool, not simulation data. Prompt saved at cover/assets-v2/illustration-prompt.txt. All text is editable. Original cover is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773b5b19347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5cdd57c9946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27228fc7a43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624270d1c49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790f320d146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09d6518314c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1D376-2829-46E6-977B-DE7DB36D65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CEC815-4080-40E9-B5DB-46037C72FB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00E878-82E4-40AB-A445-DFF8B4DCB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CD080E-0095-4128-920B-66742F3A6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D665EC-084B-4973-82C2-4DA037A59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BCAFCC-2A8B-4CA8-93CC-A148358AD2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2048A9-5498-43BE-AE07-7E3480824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B56159-D6B1-41FD-B2D9-CEA86E2D2B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0027FF-1860-4F33-9961-023362C9F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69EA65-F0FC-4A57-930B-5D785280E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0cd3ea62a2421f" /><Relationship Type="http://schemas.openxmlformats.org/officeDocument/2006/relationships/slideLayout" Target="/ppt/slideLayouts/slideLayout1.xml" Id="R5c0a6983eb4c43ce" /><Relationship Type="http://schemas.openxmlformats.org/officeDocument/2006/relationships/slideLayout" Target="/ppt/slideLayouts/slideLayout2.xml" Id="Rd38e3ba0423b4254" /><Relationship Type="http://schemas.openxmlformats.org/officeDocument/2006/relationships/slideLayout" Target="/ppt/slideLayouts/slideLayout3.xml" Id="R0f1ee6877edc4387" /><Relationship Type="http://schemas.openxmlformats.org/officeDocument/2006/relationships/slideLayout" Target="/ppt/slideLayouts/slideLayout4.xml" Id="R7040d98a4b244d3b" /><Relationship Type="http://schemas.openxmlformats.org/officeDocument/2006/relationships/slideLayout" Target="/ppt/slideLayouts/slideLayout5.xml" Id="Rc45703c69c1045e1" /><Relationship Type="http://schemas.openxmlformats.org/officeDocument/2006/relationships/slideLayout" Target="/ppt/slideLayouts/slideLayout6.xml" Id="R4762c4d58ac141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a6983eb4c43ce"/>
    <p:sldLayoutId xmlns:r="http://schemas.openxmlformats.org/officeDocument/2006/relationships" id="2147483650" r:id="Rd38e3ba0423b4254"/>
    <p:sldLayoutId xmlns:r="http://schemas.openxmlformats.org/officeDocument/2006/relationships" id="2147483651" r:id="R0f1ee6877edc4387"/>
    <p:sldLayoutId xmlns:r="http://schemas.openxmlformats.org/officeDocument/2006/relationships" id="2147483652" r:id="R7040d98a4b244d3b"/>
    <p:sldLayoutId xmlns:r="http://schemas.openxmlformats.org/officeDocument/2006/relationships" id="2147483653" r:id="Rc45703c69c1045e1"/>
    <p:sldLayoutId xmlns:r="http://schemas.openxmlformats.org/officeDocument/2006/relationships" id="2147483654" r:id="R4762c4d58ac141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5548fd33b4508" /><Relationship Type="http://schemas.openxmlformats.org/officeDocument/2006/relationships/image" Target="/ppt/media/image.png" Id="Rcced6b2c5ef540a9" /><Relationship Type="http://schemas.openxmlformats.org/officeDocument/2006/relationships/image" Target="/ppt/media/image2.png" Id="Read167f893b54100" /><Relationship Type="http://schemas.openxmlformats.org/officeDocument/2006/relationships/image" Target="/ppt/media/image.jpeg" Id="R17742feaa7f041b8" /><Relationship Type="http://schemas.openxmlformats.org/officeDocument/2006/relationships/image" Target="/ppt/media/image2.jpeg" Id="R7f2be598c2694759" /><Relationship Type="http://schemas.openxmlformats.org/officeDocument/2006/relationships/hyperlink" Target="https://ai4s.hk.cn" TargetMode="External" Id="R369c5639826a4228" /><Relationship Type="http://schemas.openxmlformats.org/officeDocument/2006/relationships/image" Target="/ppt/media/image3.jpeg" Id="R286e7f71d0f0423b" /><Relationship Type="http://schemas.openxmlformats.org/officeDocument/2006/relationships/notesSlide" Target="/ppt/notesSlides/notesSlide1.xml" Id="Ra42b51e5bf5448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EE506C-F595-4640-97F1-A68E18F5A7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d6b2c5ef540a9"/>
          <a:stretch xmlns:a="http://schemas.openxmlformats.org/drawingml/2006/main"/>
        </p:blipFill>
        <p:spPr>
          <a:xfrm xmlns:a="http://schemas.openxmlformats.org/drawingml/2006/main">
            <a:off x="571500" y="381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Forum name">
            <a:extLst xmlns:a="http://schemas.openxmlformats.org/drawingml/2006/main">
              <a:ext uri="{FF2B5EF4-FFF2-40B4-BE49-F238E27FC236}">
                <a16:creationId xmlns:a16="http://schemas.microsoft.com/office/drawing/2014/main" id="{841BACBB-01E9-4CA5-8243-0EF6B3C1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UNPACKED SEMINAR</a:t>
            </a:r>
          </a:p>
        </p:txBody>
      </p:sp>
      <p:sp>
        <p:nvSpPr>
          <p:cNvPr id="3" name="Forum purpose">
            <a:extLst xmlns:a="http://schemas.openxmlformats.org/drawingml/2006/main">
              <a:ext uri="{FF2B5EF4-FFF2-40B4-BE49-F238E27FC236}">
                <a16:creationId xmlns:a16="http://schemas.microsoft.com/office/drawing/2014/main" id="{C612E403-DE46-427F-BFBD-2DB147C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23900"/>
            <a:ext cx="623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An AI for Science forum for young researchers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1FD390E4-82C8-4D51-BD8C-8EA40B03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24 OCT 2026</a:t>
            </a:r>
          </a:p>
        </p:txBody>
      </p:sp>
      <p:sp>
        <p:nvSpPr>
          <p:cNvPr id="5" name="Time and language">
            <a:extLst xmlns:a="http://schemas.openxmlformats.org/drawingml/2006/main">
              <a:ext uri="{FF2B5EF4-FFF2-40B4-BE49-F238E27FC236}">
                <a16:creationId xmlns:a16="http://schemas.microsoft.com/office/drawing/2014/main" id="{FBDEC5DE-3371-4ED2-8C74-FC6CF2B2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619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15:00 Beijing (UTC+8) / Talk in Chinese</a:t>
            </a:r>
          </a:p>
        </p:txBody>
      </p:sp>
      <p:sp>
        <p:nvSpPr>
          <p:cNvPr id="6" name="Header divider">
            <a:extLst xmlns:a="http://schemas.openxmlformats.org/drawingml/2006/main">
              <a:ext uri="{FF2B5EF4-FFF2-40B4-BE49-F238E27FC236}">
                <a16:creationId xmlns:a16="http://schemas.microsoft.com/office/drawing/2014/main" id="{BCDAB386-0888-4261-A548-12F02195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4CA"/>
            </a:solidFill>
          </a:ln>
        </p:spPr>
      </p:sp>
      <p:sp>
        <p:nvSpPr>
          <p:cNvPr id="7" name="Session label">
            <a:extLst xmlns:a="http://schemas.openxmlformats.org/drawingml/2006/main">
              <a:ext uri="{FF2B5EF4-FFF2-40B4-BE49-F238E27FC236}">
                <a16:creationId xmlns:a16="http://schemas.microsoft.com/office/drawing/2014/main" id="{0ACDDCD8-64A3-475A-863F-7F0C261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SESSION 001</a:t>
            </a:r>
          </a:p>
        </p:txBody>
      </p:sp>
      <p:sp>
        <p:nvSpPr>
          <p:cNvPr id="8" name="Talk title line 1">
            <a:extLst xmlns:a="http://schemas.openxmlformats.org/drawingml/2006/main">
              <a:ext uri="{FF2B5EF4-FFF2-40B4-BE49-F238E27FC236}">
                <a16:creationId xmlns:a16="http://schemas.microsoft.com/office/drawing/2014/main" id="{171D7386-F0C5-4B51-94F6-4E7DA573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AI for PDEs in</a:t>
            </a:r>
          </a:p>
        </p:txBody>
      </p:sp>
      <p:sp>
        <p:nvSpPr>
          <p:cNvPr id="9" name="Talk title line 2">
            <a:extLst xmlns:a="http://schemas.openxmlformats.org/drawingml/2006/main">
              <a:ext uri="{FF2B5EF4-FFF2-40B4-BE49-F238E27FC236}">
                <a16:creationId xmlns:a16="http://schemas.microsoft.com/office/drawing/2014/main" id="{A45638FE-6BCA-45A3-A057-D2A6296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7381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Computational Mechanics</a:t>
            </a:r>
          </a:p>
        </p:txBody>
      </p:sp>
      <p:sp>
        <p:nvSpPr>
          <p:cNvPr id="10" name="Forum principle">
            <a:extLst xmlns:a="http://schemas.openxmlformats.org/drawingml/2006/main">
              <a:ext uri="{FF2B5EF4-FFF2-40B4-BE49-F238E27FC236}">
                <a16:creationId xmlns:a16="http://schemas.microsoft.com/office/drawing/2014/main" id="{6178596F-265A-4130-8EBC-AFF7D8E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Real tech. Real experience.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69FA0-CD10-411A-A6FE-F067EC1B9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167f893b54100"/>
          <a:stretch xmlns:a="http://schemas.openxmlformats.org/drawingml/2006/main"/>
        </p:blipFill>
        <p:spPr>
          <a:xfrm xmlns:a="http://schemas.openxmlformats.org/drawingml/2006/main">
            <a:off x="8001002" y="1571625"/>
            <a:ext cx="3619495" cy="2412997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BF502-D3E9-4BB9-A22D-82EC56714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42feaa7f041b8"/>
          <a:srcRect xmlns:a="http://schemas.openxmlformats.org/drawingml/2006/main" l="46000" t="0" r="4000" b="0"/>
          <a:stretch xmlns:a="http://schemas.openxmlformats.org/drawingml/2006/main"/>
        </p:blipFill>
        <p:spPr>
          <a:xfrm xmlns:a="http://schemas.openxmlformats.org/drawingml/2006/main">
            <a:off x="571500" y="3714750"/>
            <a:ext cx="609600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Speaker role">
            <a:extLst xmlns:a="http://schemas.openxmlformats.org/drawingml/2006/main">
              <a:ext uri="{FF2B5EF4-FFF2-40B4-BE49-F238E27FC236}">
                <a16:creationId xmlns:a16="http://schemas.microsoft.com/office/drawing/2014/main" id="{D174954E-78C8-4F03-9B19-62AEE1F0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86175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SPEAKER</a:t>
            </a:r>
          </a:p>
        </p:txBody>
      </p:sp>
      <p:sp>
        <p:nvSpPr>
          <p:cNvPr id="14" name="Speaker name">
            <a:extLst xmlns:a="http://schemas.openxmlformats.org/drawingml/2006/main">
              <a:ext uri="{FF2B5EF4-FFF2-40B4-BE49-F238E27FC236}">
                <a16:creationId xmlns:a16="http://schemas.microsoft.com/office/drawing/2014/main" id="{3868EA03-18A0-4D68-9537-EE65A962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9052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Yizheng Wang</a:t>
            </a:r>
          </a:p>
        </p:txBody>
      </p:sp>
      <p:sp>
        <p:nvSpPr>
          <p:cNvPr id="15" name="Speaker affiliation">
            <a:extLst xmlns:a="http://schemas.openxmlformats.org/drawingml/2006/main">
              <a:ext uri="{FF2B5EF4-FFF2-40B4-BE49-F238E27FC236}">
                <a16:creationId xmlns:a16="http://schemas.microsoft.com/office/drawing/2014/main" id="{F218A55C-F403-4D6C-B896-3C92A305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57675"/>
            <a:ext cx="2809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PhD Student, Tsinghua University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50CD3-717F-4280-8256-8675C62D2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be598c2694759"/>
          <a:srcRect xmlns:a="http://schemas.openxmlformats.org/drawingml/2006/main" l="0" t="3125" r="0" b="3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0075" y="3714750"/>
            <a:ext cx="609600" cy="857250"/>
          </a:xfrm>
          <a:prstGeom xmlns:a="http://schemas.openxmlformats.org/drawingml/2006/main" prst="rect">
            <a:avLst/>
          </a:prstGeom>
        </p:spPr>
      </p:pic>
      <p:sp>
        <p:nvSpPr>
          <p:cNvPr id="17" name="Host role">
            <a:extLst xmlns:a="http://schemas.openxmlformats.org/drawingml/2006/main">
              <a:ext uri="{FF2B5EF4-FFF2-40B4-BE49-F238E27FC236}">
                <a16:creationId xmlns:a16="http://schemas.microsoft.com/office/drawing/2014/main" id="{BF1A0D5F-C7E6-4DB6-A19F-5F521E0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8617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INVITER / HOST</a:t>
            </a:r>
          </a:p>
        </p:txBody>
      </p:sp>
      <p:sp>
        <p:nvSpPr>
          <p:cNvPr id="18" name="Host name">
            <a:extLst xmlns:a="http://schemas.openxmlformats.org/drawingml/2006/main">
              <a:ext uri="{FF2B5EF4-FFF2-40B4-BE49-F238E27FC236}">
                <a16:creationId xmlns:a16="http://schemas.microsoft.com/office/drawing/2014/main" id="{27DE9CEF-4F43-4E2B-8D16-2AACCE8A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05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Bin Cao</a:t>
            </a:r>
          </a:p>
        </p:txBody>
      </p:sp>
      <p:sp>
        <p:nvSpPr>
          <p:cNvPr id="19" name="Host affiliation">
            <a:extLst xmlns:a="http://schemas.openxmlformats.org/drawingml/2006/main">
              <a:ext uri="{FF2B5EF4-FFF2-40B4-BE49-F238E27FC236}">
                <a16:creationId xmlns:a16="http://schemas.microsoft.com/office/drawing/2014/main" id="{9C74F870-6E9A-434D-B497-FA1D0D04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57675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Huawei Noah’s Ark Lab, London</a:t>
            </a:r>
          </a:p>
        </p:txBody>
      </p:sp>
      <p:sp>
        <p:nvSpPr>
          <p:cNvPr id="20" name="Topics divider">
            <a:extLst xmlns:a="http://schemas.openxmlformats.org/drawingml/2006/main">
              <a:ext uri="{FF2B5EF4-FFF2-40B4-BE49-F238E27FC236}">
                <a16:creationId xmlns:a16="http://schemas.microsoft.com/office/drawing/2014/main" id="{80E789A2-56EE-42EC-811C-E4124D2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719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4CA"/>
            </a:solidFill>
          </a:ln>
        </p:spPr>
      </p:sp>
      <p:sp>
        <p:nvSpPr>
          <p:cNvPr id="21" name="Methods heading">
            <a:extLst xmlns:a="http://schemas.openxmlformats.org/drawingml/2006/main">
              <a:ext uri="{FF2B5EF4-FFF2-40B4-BE49-F238E27FC236}">
                <a16:creationId xmlns:a16="http://schemas.microsoft.com/office/drawing/2014/main" id="{4C88CF7F-1416-4944-A191-FF29868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22" name="Methods description">
            <a:extLst xmlns:a="http://schemas.openxmlformats.org/drawingml/2006/main">
              <a:ext uri="{FF2B5EF4-FFF2-40B4-BE49-F238E27FC236}">
                <a16:creationId xmlns:a16="http://schemas.microsoft.com/office/drawing/2014/main" id="{537E2469-5319-4688-966E-9DBE77F4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434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Physics-driven, data-driven and hybrid approaches</a:t>
            </a:r>
          </a:p>
        </p:txBody>
      </p:sp>
      <p:sp>
        <p:nvSpPr>
          <p:cNvPr id="23" name="Applications heading">
            <a:extLst xmlns:a="http://schemas.openxmlformats.org/drawingml/2006/main">
              <a:ext uri="{FF2B5EF4-FFF2-40B4-BE49-F238E27FC236}">
                <a16:creationId xmlns:a16="http://schemas.microsoft.com/office/drawing/2014/main" id="{0B0123A3-5FF2-4032-938D-410EC75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6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634A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4" name="Applications description">
            <a:extLst xmlns:a="http://schemas.openxmlformats.org/drawingml/2006/main">
              <a:ext uri="{FF2B5EF4-FFF2-40B4-BE49-F238E27FC236}">
                <a16:creationId xmlns:a16="http://schemas.microsoft.com/office/drawing/2014/main" id="{03A70175-3289-4538-8547-3D51468D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Forward and inverse problems in solid mechanics</a:t>
            </a:r>
          </a:p>
        </p:txBody>
      </p:sp>
      <p:sp>
        <p:nvSpPr>
          <p:cNvPr id="25" name="Follow label">
            <a:extLst xmlns:a="http://schemas.openxmlformats.org/drawingml/2006/main">
              <a:ext uri="{FF2B5EF4-FFF2-40B4-BE49-F238E27FC236}">
                <a16:creationId xmlns:a16="http://schemas.microsoft.com/office/drawing/2014/main" id="{87D3FAC7-DFC8-4124-8FFB-FD539A3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576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Stay connected</a:t>
            </a:r>
          </a:p>
        </p:txBody>
      </p:sp>
      <p:sp>
        <p:nvSpPr>
          <p:cNvPr id="26" name="WeChat name">
            <a:extLst xmlns:a="http://schemas.openxmlformats.org/drawingml/2006/main">
              <a:ext uri="{FF2B5EF4-FFF2-40B4-BE49-F238E27FC236}">
                <a16:creationId xmlns:a16="http://schemas.microsoft.com/office/drawing/2014/main" id="{9C5E1779-D888-4CDC-9FD5-8B0DB9BA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81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SciMindBin</a:t>
            </a:r>
          </a:p>
        </p:txBody>
      </p:sp>
      <p:sp>
        <p:nvSpPr>
          <p:cNvPr id="27" name="WeChat instruction">
            <a:extLst xmlns:a="http://schemas.openxmlformats.org/drawingml/2006/main">
              <a:ext uri="{FF2B5EF4-FFF2-40B4-BE49-F238E27FC236}">
                <a16:creationId xmlns:a16="http://schemas.microsoft.com/office/drawing/2014/main" id="{CE021F13-78B1-4144-9DF1-425A4AE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6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5E"/>
                </a:solidFill>
                <a:latin typeface="Arial"/>
                <a:ea typeface="Arial"/>
                <a:cs typeface="Arial"/>
              </a:rPr>
              <a:t>Scan with WeChat</a:t>
            </a:r>
          </a:p>
        </p:txBody>
      </p:sp>
      <p:sp>
        <p:nvSpPr>
          <p:cNvPr id="28" name="Website">
            <a:extLst xmlns:a="http://schemas.openxmlformats.org/drawingml/2006/main">
              <a:ext uri="{FF2B5EF4-FFF2-40B4-BE49-F238E27FC236}">
                <a16:creationId xmlns:a16="http://schemas.microsoft.com/office/drawing/2014/main" id="{7F170003-B92B-419A-BE4F-6B5FF739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3E31"/>
                </a:solidFill>
                <a:latin typeface="Arial"/>
                <a:ea typeface="Arial"/>
                <a:cs typeface="Arial"/>
                <a:hlinkClick xmlns:r="http://schemas.openxmlformats.org/officeDocument/2006/relationships" r:id="R369c5639826a4228"/>
              </a:rPr>
              <a:t>ai4s.hk.cn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3E8B9-7EAE-48BD-90D3-837D7CB17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e7f71d0f0423b"/>
          <a:stretch xmlns:a="http://schemas.openxmlformats.org/drawingml/2006/main"/>
        </p:blipFill>
        <p:spPr>
          <a:xfrm xmlns:a="http://schemas.openxmlformats.org/drawingml/2006/main">
            <a:off x="10248900" y="419100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30" name="Waiting footer background">
            <a:extLst xmlns:a="http://schemas.openxmlformats.org/drawingml/2006/main">
              <a:ext uri="{FF2B5EF4-FFF2-40B4-BE49-F238E27FC236}">
                <a16:creationId xmlns:a16="http://schemas.microsoft.com/office/drawing/2014/main" id="{D216C533-0106-4FA1-99E5-AE46426B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31"/>
          </a:solidFill>
          <a:ln xmlns:a="http://schemas.openxmlformats.org/drawingml/2006/main" w="0">
            <a:noFill/>
          </a:ln>
        </p:spPr>
      </p:sp>
      <p:sp>
        <p:nvSpPr>
          <p:cNvPr id="31" name="Waiting status">
            <a:extLst xmlns:a="http://schemas.openxmlformats.org/drawingml/2006/main">
              <a:ext uri="{FF2B5EF4-FFF2-40B4-BE49-F238E27FC236}">
                <a16:creationId xmlns:a16="http://schemas.microsoft.com/office/drawing/2014/main" id="{8A50ECE7-9923-4CF0-8F6E-FCD5C197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6F1"/>
                </a:solidFill>
                <a:latin typeface="Arial"/>
                <a:ea typeface="Arial"/>
                <a:cs typeface="Arial"/>
              </a:rPr>
              <a:t>We’ll begin shortly</a:t>
            </a:r>
          </a:p>
        </p:txBody>
      </p:sp>
      <p:sp>
        <p:nvSpPr>
          <p:cNvPr id="32" name="Microphone reminder">
            <a:extLst xmlns:a="http://schemas.openxmlformats.org/drawingml/2006/main">
              <a:ext uri="{FF2B5EF4-FFF2-40B4-BE49-F238E27FC236}">
                <a16:creationId xmlns:a16="http://schemas.microsoft.com/office/drawing/2014/main" id="{70F78991-AF69-428C-83F2-8F56FD5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0D6"/>
                </a:solidFill>
                <a:latin typeface="Arial"/>
                <a:ea typeface="Arial"/>
                <a:cs typeface="Arial"/>
              </a:rPr>
              <a:t>Please keep your microphone muted.</a:t>
            </a:r>
          </a:p>
        </p:txBody>
      </p:sp>
      <p:sp>
        <p:nvSpPr>
          <p:cNvPr id="33" name="Live discussion">
            <a:extLst xmlns:a="http://schemas.openxmlformats.org/drawingml/2006/main">
              <a:ext uri="{FF2B5EF4-FFF2-40B4-BE49-F238E27FC236}">
                <a16:creationId xmlns:a16="http://schemas.microsoft.com/office/drawing/2014/main" id="{6BEA3590-E1B7-4B9B-974B-9FFF1AFA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05525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7F6F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6F1"/>
                </a:solidFill>
                <a:latin typeface="Arial"/>
                <a:ea typeface="Arial"/>
                <a:cs typeface="Arial"/>
              </a:rPr>
              <a:t>Live discussion only</a:t>
            </a:r>
          </a:p>
        </p:txBody>
      </p:sp>
      <p:sp>
        <p:nvSpPr>
          <p:cNvPr id="34" name="Recording policy">
            <a:extLst xmlns:a="http://schemas.openxmlformats.org/drawingml/2006/main">
              <a:ext uri="{FF2B5EF4-FFF2-40B4-BE49-F238E27FC236}">
                <a16:creationId xmlns:a16="http://schemas.microsoft.com/office/drawing/2014/main" id="{E59256E7-B222-4437-AA70-55A47BC7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6E0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E0D6"/>
                </a:solidFill>
                <a:latin typeface="Arial"/>
                <a:ea typeface="Arial"/>
                <a:cs typeface="Arial"/>
              </a:rPr>
              <a:t>No recordings. No replays.</a:t>
            </a:r>
          </a:p>
        </p:txBody>
      </p:sp>
    </p:spTree>
    <p:extLst>
      <p:ext uri="{BB962C8B-B14F-4D97-AF65-F5344CB8AC3E}">
        <p14:creationId xmlns:p14="http://schemas.microsoft.com/office/powerpoint/2010/main" val="1844194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2026-10-24T05:55:13.6310000Z</dcterms:created>
  <dcterms:modified xsi:type="dcterms:W3CDTF">2026-10-24T05:55:13.6310000Z</dcterms:modified>
</coreProperties>
</file>